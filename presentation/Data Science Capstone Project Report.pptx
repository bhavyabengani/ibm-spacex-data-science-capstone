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Winning the Space Race with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88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BED7FF"/>
                </a:solidFill>
              </a:defRPr>
            </a:pPr>
            <a:r>
              <a:t>Predicting Falcon 9 First-Stage Landing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846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Data collection • Wrangling • EDA • SQL • Folium • Dash •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Objective, methods and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Business objective: estimate whether a Falcon 9 first stage will land successfully, helping a competing launch provider assess launch risk and bid strategy.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Collected and consolidated 90 Falcon 9 launch records covering 2010–2020 using the course-era SpaceX dataset; demonstrated REST API and web-scraping workflows.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Performed data wrangling, visualization and SQL EDA; added geographic analysis with Folium and an interactive Plotly Dash design.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Compared Logistic Regression, KNN, SVM and Decision Tree classifiers. On a fixed 20% holdout, all four achieved 0.778 accuracy in this reference implementation.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Key insight: landing outcomes improve dramatically over time, with booster reuse, mission profile and launch-site context strongly associated with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Business context and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SpaceX reduced launch economics through reusable Falcon 9 first stages. A competitor can use historical launch outcomes to understand the probability of successful recovery.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Problem statement: build a binary classifier where Class = 1 means successful first-stage landing and Class = 0 means unsuccessful/no landing.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Business metric: classification accuracy, supported by confusion-matrix analysis to distinguish false positives from false negatives.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Analysis horizon in this reference dataset: June 2010 through November 2020.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Data Collection — SpaceX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Course-aligned extraction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Endpoint used in the course workflow: https://api.spacexdata.com/v4/launches/past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Workflow: GET response → JSON normalization → select Falcon 9 records → extract launch, payload, booster and landing fields → create analysis dataframe.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Key fields retained: FlightNumber, Date, BoosterVersion, PayloadMass, Orbit, LaunchSite, Outcome, Flights, GridFins, Reused, Legs, LandingPad, Block, ReusedCount, Serial, Longitude, Latitude and Class.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Repository URL required by the grader: upload this project folder to your GitHub account and replace the placeholder in README/presentation with your actual URL.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Data Collection —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Historical launch records with BeautifulSoup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Course workflow: request the historical Falcon 9 launch table → parse HTML with BeautifulSoup → identify table headers → extract row values → construct a Pandas dataframe.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This independent package includes a local HTML snapshot so the notebook executes deterministically without depending on a live Wikipedia page.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Parsed records are exported as spacex_web_scraped.csv and can be compared with the API-derived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Data Wrangling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Cleaning, transformation and feature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Converted Date to datetime and standardized the analysis columns.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Checked missingness and replaced missing PayloadMass with the observed mean, following the course-era workflow.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Kept Class as the binary target: 1 = successful landing, 0 = unsuccessful/no landing.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Created a clean analysis table and a one-hot encoded modeling table for categorical variables such as Orbit and LaunchSite.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Exported clean_spacex.csv and dataset_part_3.csv for downstream EDA and machine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EDA &amp; Data Visualization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Questions answered with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t>How does landing success vary by launch site?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t>Does payload mass appear related to landing outcome?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t>How has landing success changed by year?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t>Which orbital profiles have higher observed landing success?</a:t>
            </a:r>
          </a:p>
          <a:p>
            <a:pPr>
              <a:spcAft>
                <a:spcPts val="1000"/>
              </a:spcAft>
              <a:defRPr sz="1800">
                <a:solidFill>
                  <a:srgbClr val="282D37"/>
                </a:solidFill>
              </a:defRPr>
            </a:pPr>
            <a:r>
              <a:t>Visualization stack: Pandas + Matplotlib/Seaborn for static analysis; Plotly for interactive 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EDA Results —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Success rate, payload and time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pic>
        <p:nvPicPr>
          <p:cNvPr id="6" name="Picture 5" descr="success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657600" cy="2331720"/>
          </a:xfrm>
          <a:prstGeom prst="rect">
            <a:avLst/>
          </a:prstGeom>
        </p:spPr>
      </p:pic>
      <p:pic>
        <p:nvPicPr>
          <p:cNvPr id="7" name="Picture 6" descr="payload_vs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57600" cy="2331720"/>
          </a:xfrm>
          <a:prstGeom prst="rect">
            <a:avLst/>
          </a:prstGeom>
        </p:spPr>
      </p:pic>
      <p:pic>
        <p:nvPicPr>
          <p:cNvPr id="8" name="Picture 7" descr="yearly_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371600"/>
            <a:ext cx="356616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977639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Launch-site performance differs materially across the three U.S. sites in the dataset.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Payload mass is informative but not sufficient by itself to separate success from failure.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The strongest pattern is temporal: landing success rises sharply as reuse technology matures.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EDA with SQL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SQLite analytical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Loaded the cleaned dataset into an in-memory SQLite database.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Queries covered: launch counts by site; average payload by site; success rates by site; yearly launch and success trends; maximum payload rankings.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SQL provides a compact, auditable way to reproduce stakeholder questions without relying solely on Pandas transformations.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Example: SELECT LaunchSite, ROUND(100.0*AVG(Class),1) AS success_rate_pct FROM spacex GROUP BY LaunchSite;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EDA with SQL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Stakeholder-oriented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Launch volume: CCAFS SLC 40: 55, KSC LC 39A: 22, VAFB SLC 4E: 13.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Success rates: KSC LC 39A: 77.3%, VAFB SLC 4E: 76.9%, CCAFS SLC 40: 60.0%.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Yearly analysis confirms the transition from mostly unsuccessful early recoveries to consistently high success rates in 2019–2020.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SQL result files are included in the data/ directory for reproducibility.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Interactive Visual Analytics — Folium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Launch-site geography and proximity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pic>
        <p:nvPicPr>
          <p:cNvPr id="6" name="Picture 5" descr="launch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508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Three launch complexes appear in the dataset: CCAFS SLC 40, KSC LC 39A and VAFB SLC 4E.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Folium map includes launch markers, popups and a marker cluster for interactive exploration.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The actual interactive map is saved as plots/spacex_launch_sites_map.html.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Interactive Visual Analytics —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Dashboard design and stakeholder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pic>
        <p:nvPicPr>
          <p:cNvPr id="6" name="Picture 5" descr="success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029200" cy="3108960"/>
          </a:xfrm>
          <a:prstGeom prst="rect">
            <a:avLst/>
          </a:prstGeom>
        </p:spPr>
      </p:pic>
      <p:pic>
        <p:nvPicPr>
          <p:cNvPr id="7" name="Picture 6" descr="payload_vs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25880"/>
            <a:ext cx="5394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177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Dashboard control: filter by launch site.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Primary KPI views: total launches and successful landings.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Visuals: success distribution and launch outcome by flight number / payload context.</a:t>
            </a:r>
          </a:p>
          <a:p>
            <a:pPr>
              <a:spcAft>
                <a:spcPts val="1000"/>
              </a:spcAft>
              <a:defRPr sz="1500">
                <a:solidFill>
                  <a:srgbClr val="282D37"/>
                </a:solidFill>
              </a:defRPr>
            </a:pPr>
            <a:r>
              <a:t>Executable app.py is included and uses Dash + Plotly.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Predictive Analysis — Classification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Model development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Feature set: payload mass, flight count, grid fins, booster reuse, landing legs, block, reuse count, orbit and launch site.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Categorical features were one-hot encoded; standardized pipelines were used for Logistic Regression, KNN and SVM.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Compared four classifiers: Logistic Regression, KNN, SVM and Decision Tree.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Used an 80/20 stratified train/test split with random_state=42 for reproducibility.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Evaluation: test accuracy, classification report and confusion matrix; permutation importance used for interpretation.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Predictive Analysis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Model comparison and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03520" cy="338328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438912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89204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2D37"/>
                </a:solidFill>
              </a:defRPr>
            </a:pPr>
            <a:r>
              <a:t>All four models reached 0.778 test accuracy on the fixed holdout.</a:t>
            </a:r>
          </a:p>
          <a:p>
            <a:pPr>
              <a:spcAft>
                <a:spcPts val="1000"/>
              </a:spcAft>
              <a:defRPr sz="1400">
                <a:solidFill>
                  <a:srgbClr val="282D37"/>
                </a:solidFill>
              </a:defRPr>
            </a:pPr>
            <a:r>
              <a:t>The confusion matrix shows 12 successful landings correctly identified and 4 false positives; no successful landing was missed in this split.</a:t>
            </a:r>
          </a:p>
          <a:p>
            <a:pPr>
              <a:spcAft>
                <a:spcPts val="1000"/>
              </a:spcAft>
              <a:defRPr sz="1400">
                <a:solidFill>
                  <a:srgbClr val="282D37"/>
                </a:solidFill>
              </a:defRPr>
            </a:pPr>
            <a:r>
              <a:t>With a small sample, the result should be treated as directional rather than as a production forecast.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Predictive Analysis — Best Model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What the model learns from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5778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4630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Permutation analysis highlights ReusedCount and landing-related configuration variables as useful signals.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This is consistent with the engineering story: repeated booster use is associated with increasing operational maturity.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The model should be refreshed with newer launches and evaluated with time-aware validation before real bidding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Business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The historical data contains strong evidence that Falcon 9 first-stage landing reliability improved over time.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Launch site, mission profile and booster history are useful predictors of landing outcome.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The classification models demonstrate a workable proof of concept, but the small dataset limits generalization.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For a competing provider, the analysis can support risk-adjusted launch pricing, site selection and scenario planning.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Next step: incorporate newer SpaceX API records, richer weather/mission variables and time-based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Creative &amp; Innovative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Beyond the basic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“Reliability curve”: treat landing success as an operational maturity signal rather than only a binary label.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“Reuse premium”: repeated booster flights are associated with stronger observed outcomes, suggesting reuse history can act as a proxy for system maturity.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“Site context matters”: launch-site geography and mission profile can be combined with model predictions to build risk-adjusted bid scenarios.</a:t>
            </a:r>
          </a:p>
          <a:p>
            <a:pPr>
              <a:spcAft>
                <a:spcPts val="1000"/>
              </a:spcAft>
              <a:defRPr sz="1700">
                <a:solidFill>
                  <a:srgbClr val="282D37"/>
                </a:solidFill>
              </a:defRPr>
            </a:pPr>
            <a:r>
              <a:t>“Model honesty”: when several classifiers tie on the holdout, the correct decision is to report the tie rather than overstate a marginal winner.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3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7"/>
                </a:solidFill>
              </a:defRPr>
            </a:pPr>
            <a:r>
              <a:t>Appendix — Deliverables &amp;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37"/>
                </a:solidFill>
              </a:defRPr>
            </a:pPr>
            <a:r>
              <a:t>Files included in the reference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</a:defRPr>
            </a:pPr>
            <a:r>
              <a:t>Independent reference implementation • IBM Applied Data Science Capstone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8 executed Jupyter notebooks covering API, web scraping, wrangling, SQL, visualization, Folium, Dash and classification.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Data: dataset_part_1.csv, dataset_part_2.csv, dataset_part_3.csv, clean_spacex.csv and dashboard/map extracts.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Interactive: plots/spacex_launch_sites_map.html and app.py.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Presentation: this PDF plus the editable PPTX.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</a:defRPr>
            </a:pPr>
            <a:r>
              <a:t>GitHub URL: PASTE YOUR OWN REPOSITORY URL HERE after uploading the project folder to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